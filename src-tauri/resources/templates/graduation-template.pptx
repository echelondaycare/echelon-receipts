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3" d="100"/>
          <a:sy n="113" d="100"/>
        </p:scale>
        <p:origin x="483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D77C3-FCB3-B1BF-0743-E15D7CB2B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2A598AE-0C5A-BF62-820B-C86D13057090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F61B56D-5361-9CED-786F-1AEFE2DFDF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44536" y="243802"/>
              <a:ext cx="1483398" cy="1483398"/>
            </a:xfrm>
            <a:prstGeom prst="rect">
              <a:avLst/>
            </a:prstGeom>
          </p:spPr>
        </p:pic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230E61F-2F0C-4911-D8C0-C32558621DCE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283130" y="0"/>
              <a:chExt cx="11908870" cy="685800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758F888A-3CAE-CC2B-E70C-FB0E4A9F8655}"/>
                  </a:ext>
                </a:extLst>
              </p:cNvPr>
              <p:cNvGrpSpPr/>
              <p:nvPr/>
            </p:nvGrpSpPr>
            <p:grpSpPr>
              <a:xfrm>
                <a:off x="283130" y="0"/>
                <a:ext cx="11908870" cy="6858000"/>
                <a:chOff x="283130" y="0"/>
                <a:chExt cx="11908870" cy="6858000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50B7C2F7-D50D-318E-0CF8-890FA9B4E646}"/>
                    </a:ext>
                  </a:extLst>
                </p:cNvPr>
                <p:cNvGrpSpPr/>
                <p:nvPr/>
              </p:nvGrpSpPr>
              <p:grpSpPr>
                <a:xfrm>
                  <a:off x="283130" y="0"/>
                  <a:ext cx="11908870" cy="6858000"/>
                  <a:chOff x="283130" y="0"/>
                  <a:chExt cx="11908870" cy="6858000"/>
                </a:xfrm>
              </p:grpSpPr>
              <p:pic>
                <p:nvPicPr>
                  <p:cNvPr id="19" name="Picture 18" descr="certificate_bg.png">
                    <a:extLst>
                      <a:ext uri="{FF2B5EF4-FFF2-40B4-BE49-F238E27FC236}">
                        <a16:creationId xmlns:a16="http://schemas.microsoft.com/office/drawing/2014/main" id="{2F16778B-4E9D-0FFB-CFC2-ED642C59165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l="2322"/>
                  <a:stretch>
                    <a:fillRect/>
                  </a:stretch>
                </p:blipFill>
                <p:spPr>
                  <a:xfrm>
                    <a:off x="283130" y="0"/>
                    <a:ext cx="11908870" cy="6858000"/>
                  </a:xfrm>
                  <a:prstGeom prst="rect">
                    <a:avLst/>
                  </a:prstGeom>
                </p:spPr>
              </p:pic>
              <p:pic>
                <p:nvPicPr>
                  <p:cNvPr id="20" name="Picture 19">
                    <a:extLst>
                      <a:ext uri="{FF2B5EF4-FFF2-40B4-BE49-F238E27FC236}">
                        <a16:creationId xmlns:a16="http://schemas.microsoft.com/office/drawing/2014/main" id="{E5FABAB8-D0D2-B42B-BA89-CD47481F46E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416515" y="2031044"/>
                    <a:ext cx="1358970" cy="539778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5960937D-BEA8-0288-60B7-788EB7C60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66300" y="165050"/>
                  <a:ext cx="2269087" cy="1642583"/>
                </a:xfrm>
                <a:prstGeom prst="rect">
                  <a:avLst/>
                </a:prstGeom>
              </p:spPr>
            </p:pic>
          </p:grpSp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7EEB5C07-CC9B-CECD-465A-D5F57423B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130" y="29634"/>
                <a:ext cx="143844" cy="6802968"/>
              </a:xfrm>
              <a:prstGeom prst="rect">
                <a:avLst/>
              </a:prstGeom>
            </p:spPr>
          </p:pic>
        </p:grp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10F8B6D-52AC-5632-EE55-36546F76AD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45234" y="209935"/>
              <a:ext cx="1282700" cy="128270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5E5DA7D9-38DB-3BF3-796D-8DC70F091AAD}"/>
              </a:ext>
            </a:extLst>
          </p:cNvPr>
          <p:cNvSpPr txBox="1"/>
          <p:nvPr/>
        </p:nvSpPr>
        <p:spPr>
          <a:xfrm>
            <a:off x="1619494" y="3049738"/>
            <a:ext cx="8849032" cy="86018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4A3A2A"/>
                </a:solidFill>
                <a:latin typeface="Georgia"/>
              </a:rPr>
              <a:t>Class of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A39EE-9399-8E6A-2363-66EDA98258E0}"/>
              </a:ext>
            </a:extLst>
          </p:cNvPr>
          <p:cNvSpPr txBox="1"/>
          <p:nvPr/>
        </p:nvSpPr>
        <p:spPr>
          <a:xfrm>
            <a:off x="1769806" y="1945236"/>
            <a:ext cx="8849032" cy="4691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>
                <a:solidFill>
                  <a:srgbClr val="1A1210"/>
                </a:solidFill>
                <a:latin typeface="Georgia"/>
              </a:rPr>
              <a:t>Echelon Daycare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B4623-DE56-9436-0F6A-A7C6C458C565}"/>
              </a:ext>
            </a:extLst>
          </p:cNvPr>
          <p:cNvSpPr txBox="1"/>
          <p:nvPr/>
        </p:nvSpPr>
        <p:spPr>
          <a:xfrm>
            <a:off x="1619494" y="2412211"/>
            <a:ext cx="8849032" cy="3909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0" i="1" dirty="0">
                <a:solidFill>
                  <a:srgbClr val="8A7B60"/>
                </a:solidFill>
                <a:latin typeface="Georgia"/>
              </a:rPr>
              <a:t>Graduation Ceremony</a:t>
            </a:r>
          </a:p>
        </p:txBody>
      </p:sp>
    </p:spTree>
    <p:extLst>
      <p:ext uri="{BB962C8B-B14F-4D97-AF65-F5344CB8AC3E}">
        <p14:creationId xmlns:p14="http://schemas.microsoft.com/office/powerpoint/2010/main" val="408983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DECC878E-3E04-CE57-7149-18F34945A71A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8A18792-CBAF-CB68-9B26-2ADB50F7E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344536" y="243802"/>
              <a:ext cx="1483398" cy="148339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2DDAC2A-2347-7C92-B9BA-56F1F727C2E8}"/>
                </a:ext>
              </a:extLst>
            </p:cNvPr>
            <p:cNvGrpSpPr/>
            <p:nvPr/>
          </p:nvGrpSpPr>
          <p:grpSpPr>
            <a:xfrm>
              <a:off x="0" y="0"/>
              <a:ext cx="12192000" cy="6858000"/>
              <a:chOff x="283130" y="0"/>
              <a:chExt cx="11908870" cy="6858000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D85793ED-D4B4-8B00-47B4-DCFBE1409E44}"/>
                  </a:ext>
                </a:extLst>
              </p:cNvPr>
              <p:cNvGrpSpPr/>
              <p:nvPr/>
            </p:nvGrpSpPr>
            <p:grpSpPr>
              <a:xfrm>
                <a:off x="283130" y="0"/>
                <a:ext cx="11908870" cy="6858000"/>
                <a:chOff x="283130" y="0"/>
                <a:chExt cx="11908870" cy="6858000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2C1E85EE-CA96-32D4-F78C-AB2BD0FB8249}"/>
                    </a:ext>
                  </a:extLst>
                </p:cNvPr>
                <p:cNvGrpSpPr/>
                <p:nvPr/>
              </p:nvGrpSpPr>
              <p:grpSpPr>
                <a:xfrm>
                  <a:off x="283130" y="0"/>
                  <a:ext cx="11908870" cy="6858000"/>
                  <a:chOff x="283130" y="0"/>
                  <a:chExt cx="11908870" cy="6858000"/>
                </a:xfrm>
              </p:grpSpPr>
              <p:pic>
                <p:nvPicPr>
                  <p:cNvPr id="8" name="Picture 7" descr="certificate_bg.png">
                    <a:extLst>
                      <a:ext uri="{FF2B5EF4-FFF2-40B4-BE49-F238E27FC236}">
                        <a16:creationId xmlns:a16="http://schemas.microsoft.com/office/drawing/2014/main" id="{4A58C1B1-FCCF-3E1C-6B13-3FD96549174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rcRect l="2322"/>
                  <a:stretch>
                    <a:fillRect/>
                  </a:stretch>
                </p:blipFill>
                <p:spPr>
                  <a:xfrm>
                    <a:off x="283130" y="0"/>
                    <a:ext cx="11908870" cy="6858000"/>
                  </a:xfrm>
                  <a:prstGeom prst="rect">
                    <a:avLst/>
                  </a:prstGeom>
                </p:spPr>
              </p:pic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EEB975A3-45AD-068A-4330-D697B785251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5416515" y="2031044"/>
                    <a:ext cx="1358970" cy="539778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012A5A37-7AE9-0433-77CE-3835147553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766300" y="165050"/>
                  <a:ext cx="2269087" cy="1642583"/>
                </a:xfrm>
                <a:prstGeom prst="rect">
                  <a:avLst/>
                </a:prstGeom>
              </p:spPr>
            </p:pic>
          </p:grpSp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A9793414-6E95-D085-1F66-AE0777FBA1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83130" y="29634"/>
                <a:ext cx="143844" cy="6802968"/>
              </a:xfrm>
              <a:prstGeom prst="rect">
                <a:avLst/>
              </a:prstGeom>
            </p:spPr>
          </p:pic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FFDB62D-B7D6-D91A-9864-C55B95678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45234" y="209935"/>
              <a:ext cx="1282700" cy="1282700"/>
            </a:xfrm>
            <a:prstGeom prst="rect">
              <a:avLst/>
            </a:prstGeom>
          </p:spPr>
        </p:pic>
        <p:sp>
          <p:nvSpPr>
            <p:cNvPr id="3" name="TextBox 2"/>
            <p:cNvSpPr txBox="1"/>
            <p:nvPr/>
          </p:nvSpPr>
          <p:spPr>
            <a:xfrm>
              <a:off x="4719484" y="1915860"/>
              <a:ext cx="2753032" cy="5864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4400" b="1" i="0" dirty="0">
                  <a:solidFill>
                    <a:srgbClr val="1A1210"/>
                  </a:solidFill>
                  <a:latin typeface="Georgia"/>
                </a:rPr>
                <a:t>{{Year}}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2753032" y="3164852"/>
              <a:ext cx="6882580" cy="54738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200" b="1" i="0">
                  <a:solidFill>
                    <a:srgbClr val="4A3A2A"/>
                  </a:solidFill>
                  <a:latin typeface="Georgia"/>
                </a:rPr>
                <a:t>{{Name}}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2753032" y="4809201"/>
              <a:ext cx="6882580" cy="46919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300" b="0" i="1">
                  <a:solidFill>
                    <a:srgbClr val="554538"/>
                  </a:solidFill>
                  <a:latin typeface="Calibri"/>
                </a:rPr>
                <a:t>{{Note}}</a:t>
              </a:r>
            </a:p>
          </p:txBody>
        </p:sp>
      </p:grpSp>
      <p:pic>
        <p:nvPicPr>
          <p:cNvPr id="6" name="Picture 5" descr="{{Photo}}" title="Student 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182" y="2383536"/>
            <a:ext cx="2068494" cy="2657408"/>
          </a:xfrm>
          <a:prstGeom prst="roundRect">
            <a:avLst>
              <a:gd name="adj" fmla="val 25000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25</Words>
  <Application>Microsoft Office PowerPoint</Application>
  <PresentationFormat>Widescreen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Singh</cp:lastModifiedBy>
  <cp:revision>6</cp:revision>
  <dcterms:created xsi:type="dcterms:W3CDTF">2013-01-27T09:14:16Z</dcterms:created>
  <dcterms:modified xsi:type="dcterms:W3CDTF">2026-08-03T10:01:50Z</dcterms:modified>
  <cp:category/>
</cp:coreProperties>
</file>