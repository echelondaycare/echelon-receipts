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96" y="1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77C3-FCB3-B1BF-0743-E15D7CB2B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CBA6391-5DA1-DE38-5E85-E2408D6E6918}"/>
              </a:ext>
            </a:extLst>
          </p:cNvPr>
          <p:cNvGrpSpPr/>
          <p:nvPr/>
        </p:nvGrpSpPr>
        <p:grpSpPr>
          <a:xfrm>
            <a:off x="98322" y="0"/>
            <a:ext cx="12192000" cy="6858000"/>
            <a:chOff x="98322" y="0"/>
            <a:chExt cx="12192000" cy="6858000"/>
          </a:xfrm>
        </p:grpSpPr>
        <p:pic>
          <p:nvPicPr>
            <p:cNvPr id="2" name="Picture 1" descr="certificate_bg.png">
              <a:extLst>
                <a:ext uri="{FF2B5EF4-FFF2-40B4-BE49-F238E27FC236}">
                  <a16:creationId xmlns:a16="http://schemas.microsoft.com/office/drawing/2014/main" id="{D5B292ED-DE92-E7AA-F32B-2113FC628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322" y="0"/>
              <a:ext cx="12192000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915D130-770F-5956-6D9C-F05C733AD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6515" y="2031044"/>
              <a:ext cx="1358970" cy="539778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5DA7D9-38DB-3BF3-796D-8DC70F091AAD}"/>
              </a:ext>
            </a:extLst>
          </p:cNvPr>
          <p:cNvSpPr txBox="1"/>
          <p:nvPr/>
        </p:nvSpPr>
        <p:spPr>
          <a:xfrm>
            <a:off x="1619494" y="3049738"/>
            <a:ext cx="8849032" cy="8601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>
                <a:solidFill>
                  <a:srgbClr val="4A3A2A"/>
                </a:solidFill>
                <a:latin typeface="Georgia"/>
              </a:rPr>
              <a:t>Class of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CA39EE-9399-8E6A-2363-66EDA98258E0}"/>
              </a:ext>
            </a:extLst>
          </p:cNvPr>
          <p:cNvSpPr txBox="1"/>
          <p:nvPr/>
        </p:nvSpPr>
        <p:spPr>
          <a:xfrm>
            <a:off x="1769806" y="1945236"/>
            <a:ext cx="8849032" cy="4691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>
                <a:solidFill>
                  <a:srgbClr val="1A1210"/>
                </a:solidFill>
                <a:latin typeface="Georgia"/>
              </a:rPr>
              <a:t>Echelon Daycare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AB4623-DE56-9436-0F6A-A7C6C458C565}"/>
              </a:ext>
            </a:extLst>
          </p:cNvPr>
          <p:cNvSpPr txBox="1"/>
          <p:nvPr/>
        </p:nvSpPr>
        <p:spPr>
          <a:xfrm>
            <a:off x="1619494" y="2412211"/>
            <a:ext cx="8849032" cy="390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1" dirty="0">
                <a:solidFill>
                  <a:srgbClr val="8A7B60"/>
                </a:solidFill>
                <a:latin typeface="Georgia"/>
              </a:rPr>
              <a:t>Graduation Ceremony</a:t>
            </a:r>
          </a:p>
        </p:txBody>
      </p:sp>
    </p:spTree>
    <p:extLst>
      <p:ext uri="{BB962C8B-B14F-4D97-AF65-F5344CB8AC3E}">
        <p14:creationId xmlns:p14="http://schemas.microsoft.com/office/powerpoint/2010/main" val="4089833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C1E85EE-CA96-32D4-F78C-AB2BD0FB8249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8" name="Picture 7" descr="certificate_bg.png">
              <a:extLst>
                <a:ext uri="{FF2B5EF4-FFF2-40B4-BE49-F238E27FC236}">
                  <a16:creationId xmlns:a16="http://schemas.microsoft.com/office/drawing/2014/main" id="{4A58C1B1-FCCF-3E1C-6B13-3FD965491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EB975A3-45AD-068A-4330-D697B7852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6515" y="2031044"/>
              <a:ext cx="1358970" cy="539778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4719484" y="1915860"/>
            <a:ext cx="2753032" cy="586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dirty="0">
                <a:solidFill>
                  <a:srgbClr val="1A1210"/>
                </a:solidFill>
                <a:latin typeface="Georgia"/>
              </a:rPr>
              <a:t>{{Year}}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53032" y="3164852"/>
            <a:ext cx="6882580" cy="5473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4A3A2A"/>
                </a:solidFill>
                <a:latin typeface="Georgia"/>
              </a:rPr>
              <a:t>{{Name}}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53032" y="4809201"/>
            <a:ext cx="6882580" cy="4691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554538"/>
                </a:solidFill>
                <a:latin typeface="Calibri"/>
              </a:rPr>
              <a:t>{{Note}}</a:t>
            </a:r>
          </a:p>
        </p:txBody>
      </p:sp>
      <p:pic>
        <p:nvPicPr>
          <p:cNvPr id="6" name="Picture 5" descr="{{Photo}}" title="Student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51" y="2741310"/>
            <a:ext cx="2657408" cy="2657408"/>
          </a:xfrm>
          <a:prstGeom prst="roundRect">
            <a:avLst>
              <a:gd name="adj" fmla="val 25000"/>
            </a:avLst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Georgia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Alok Singh</cp:lastModifiedBy>
  <cp:revision>2</cp:revision>
  <dcterms:created xsi:type="dcterms:W3CDTF">2013-01-27T09:14:16Z</dcterms:created>
  <dcterms:modified xsi:type="dcterms:W3CDTF">2026-08-03T07:55:16Z</dcterms:modified>
  <cp:category/>
</cp:coreProperties>
</file>