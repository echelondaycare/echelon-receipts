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6B594E"/>
                </a:solidFill>
                <a:latin typeface="Helvetica"/>
              </a:rPr>
              <a:t>GRADUATING · CLASS OF {{Year}}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54864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200" b="1" i="0">
                <a:solidFill>
                  <a:srgbClr val="2A1F1A"/>
                </a:solidFill>
                <a:latin typeface="Georgia"/>
              </a:rPr>
              <a:t>{{Name}}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3291840"/>
            <a:ext cx="1097280" cy="0"/>
          </a:xfrm>
          <a:prstGeom prst="line">
            <a:avLst/>
          </a:prstGeom>
          <a:ln w="38100">
            <a:solidFill>
              <a:srgbClr val="B453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3566160"/>
            <a:ext cx="548640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 i="1">
                <a:solidFill>
                  <a:srgbClr val="2A1F1A"/>
                </a:solidFill>
                <a:latin typeface="Georgia"/>
              </a:rPr>
              <a:t>{{Note}}</a:t>
            </a:r>
          </a:p>
        </p:txBody>
      </p:sp>
      <p:sp>
        <p:nvSpPr>
          <p:cNvPr id="7" name="Rectangle 6"/>
          <p:cNvSpPr/>
          <p:nvPr/>
        </p:nvSpPr>
        <p:spPr>
          <a:xfrm>
            <a:off x="6675120" y="822960"/>
            <a:ext cx="4846320" cy="5212080"/>
          </a:xfrm>
          <a:prstGeom prst="rect">
            <a:avLst/>
          </a:prstGeom>
          <a:solidFill>
            <a:srgbClr val="F0E5D5"/>
          </a:solidFill>
          <a:ln w="12700">
            <a:solidFill>
              <a:srgbClr val="B45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685800" y="6309360"/>
            <a:ext cx="10817352" cy="0"/>
          </a:xfrm>
          <a:prstGeom prst="line">
            <a:avLst/>
          </a:prstGeom>
          <a:ln w="9525">
            <a:solidFill>
              <a:srgbClr val="C999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640080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594E"/>
                </a:solidFill>
                <a:latin typeface="Helvetica"/>
              </a:rPr>
              <a:t>ECHELON DAYCARE  ·  GRADUATION CEREMONY  ·  {{Year}}</a:t>
            </a:r>
          </a:p>
        </p:txBody>
      </p:sp>
      <p:pic>
        <p:nvPicPr>
          <p:cNvPr id="11" name="Picture 10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822960"/>
            <a:ext cx="4846320" cy="5212080"/>
          </a:xfrm>
          <a:prstGeom prst="rect">
            <a:avLst/>
          </a:prstGeom>
        </p:spPr>
      </p:pic>
      <p:pic>
        <p:nvPicPr>
          <p:cNvPr id="12" name="PhotoPlaceholder" descr="{{Photo}}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822960"/>
            <a:ext cx="4846320" cy="52120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