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ertifica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1988819"/>
            <a:ext cx="3657600" cy="617220"/>
          </a:xfrm>
          <a:prstGeom prst="rect">
            <a:avLst/>
          </a:prstGeom>
          <a:solidFill>
            <a:srgbClr val="F6FAFC"/>
          </a:solidFill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 i="0">
                <a:solidFill>
                  <a:srgbClr val="1A1210"/>
                </a:solidFill>
                <a:latin typeface="Georgia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5486400" cy="6172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1A1210"/>
                </a:solidFill>
                <a:latin typeface="Georgia"/>
              </a:rPr>
              <a:t>Class of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ertificat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1988819"/>
            <a:ext cx="3657600" cy="617220"/>
          </a:xfrm>
          <a:prstGeom prst="rect">
            <a:avLst/>
          </a:prstGeom>
          <a:solidFill>
            <a:srgbClr val="F6FAFC"/>
          </a:solidFill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0" i="0">
                <a:solidFill>
                  <a:srgbClr val="1A1210"/>
                </a:solidFill>
                <a:latin typeface="Georgia"/>
              </a:rPr>
              <a:t>{{Year}}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017520"/>
            <a:ext cx="6217920" cy="6172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A1210"/>
                </a:solidFill>
                <a:latin typeface="Georgia"/>
              </a:rPr>
              <a:t>{{Name}}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4869180"/>
            <a:ext cx="621792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1">
                <a:solidFill>
                  <a:srgbClr val="554538"/>
                </a:solidFill>
                <a:latin typeface="Calibri"/>
              </a:rPr>
              <a:t>{{Note}}</a:t>
            </a:r>
          </a:p>
        </p:txBody>
      </p:sp>
      <p:pic>
        <p:nvPicPr>
          <p:cNvPr id="6" name="Picture 5" descr="{{Photo}}" title="Student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68880"/>
            <a:ext cx="1920240" cy="2057400"/>
          </a:xfrm>
          <a:prstGeom prst="roundRect">
            <a:avLst>
              <a:gd name="adj" fmla="val 25000"/>
            </a:avLst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