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594E"/>
                </a:solidFill>
                <a:latin typeface="Helvetica"/>
              </a:rPr>
              <a:t>GRADUATING · CLASS OF {{Year}}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2A1F1A"/>
                </a:solidFill>
                <a:latin typeface="Georgia"/>
              </a:rPr>
              <a:t>{{Name}}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291840"/>
            <a:ext cx="1097280" cy="0"/>
          </a:xfrm>
          <a:prstGeom prst="line">
            <a:avLst/>
          </a:prstGeom>
          <a:ln w="38100">
            <a:solidFill>
              <a:srgbClr val="B453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66160"/>
            <a:ext cx="54864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2A1F1A"/>
                </a:solidFill>
                <a:latin typeface="Georgia"/>
              </a:rPr>
              <a:t>{{Note}}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822960"/>
            <a:ext cx="4846320" cy="5212080"/>
          </a:xfrm>
          <a:prstGeom prst="rect">
            <a:avLst/>
          </a:prstGeom>
          <a:solidFill>
            <a:srgbClr val="F0E5D5"/>
          </a:solidFill>
          <a:ln w="12700">
            <a:solidFill>
              <a:srgbClr val="B45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85800" y="6309360"/>
            <a:ext cx="10817352" cy="0"/>
          </a:xfrm>
          <a:prstGeom prst="line">
            <a:avLst/>
          </a:prstGeom>
          <a:ln w="9525">
            <a:solidFill>
              <a:srgbClr val="C999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594E"/>
                </a:solidFill>
                <a:latin typeface="Helvetica"/>
              </a:rPr>
              <a:t>ECHELON DAYCARE  ·  GRADUATION CEREMONY  ·  {{Year}}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822960"/>
            <a:ext cx="484632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